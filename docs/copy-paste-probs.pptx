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autoCompressPictures="0">
  <p:sldMasterIdLst>
    <p:sldMasterId id="2147483660" r:id="rId5"/>
  </p:sldMasterIdLst>
  <p:notesMasterIdLst>
    <p:notesMasterId r:id="rId9"/>
  </p:notesMasterIdLst>
  <p:sldIdLst>
    <p:sldId id="1266" r:id="rId6"/>
    <p:sldId id="1264" r:id="rId7"/>
    <p:sldId id="1265" r:id="rId8"/>
  </p:sldIdLst>
  <p:sldSz cx="12192000" cy="6858000"/>
  <p:notesSz cx="6858000" cy="9144000"/>
  <p:embeddedFontLst>
    <p:embeddedFont>
      <p:font typeface="Roboto" panose="02000000000000000000" pitchFamily="2" charset="0"/>
      <p:regular r:id="rId10"/>
      <p:bold r:id="rId11"/>
      <p:italic r:id="rId12"/>
      <p:boldItalic r:id="rId1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46" userDrawn="1">
          <p15:clr>
            <a:srgbClr val="A4A3A4"/>
          </p15:clr>
        </p15:guide>
        <p15:guide id="2" pos="21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9485D"/>
    <a:srgbClr val="FFFFFF"/>
    <a:srgbClr val="5795CF"/>
    <a:srgbClr val="E1762E"/>
    <a:srgbClr val="898989"/>
    <a:srgbClr val="EE8321"/>
    <a:srgbClr val="005555"/>
    <a:srgbClr val="006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589" autoAdjust="0"/>
    <p:restoredTop sz="86438"/>
  </p:normalViewPr>
  <p:slideViewPr>
    <p:cSldViewPr snapToGrid="0" snapToObjects="1" showGuides="1">
      <p:cViewPr varScale="1">
        <p:scale>
          <a:sx n="109" d="100"/>
          <a:sy n="109" d="100"/>
        </p:scale>
        <p:origin x="392" y="184"/>
      </p:cViewPr>
      <p:guideLst>
        <p:guide orient="horz" pos="2546"/>
        <p:guide pos="21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font" Target="fonts/font4.fntdata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font" Target="fonts/font3.fntdata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font" Target="fonts/font2.fntdata"/><Relationship Id="rId5" Type="http://schemas.openxmlformats.org/officeDocument/2006/relationships/slideMaster" Target="slideMasters/slideMaster1.xml"/><Relationship Id="rId15" Type="http://schemas.openxmlformats.org/officeDocument/2006/relationships/viewProps" Target="viewProps.xml"/><Relationship Id="rId10" Type="http://schemas.openxmlformats.org/officeDocument/2006/relationships/font" Target="fonts/font1.fntdata"/><Relationship Id="rId4" Type="http://schemas.openxmlformats.org/officeDocument/2006/relationships/customXml" Target="../customXml/item4.xml"/><Relationship Id="rId9" Type="http://schemas.openxmlformats.org/officeDocument/2006/relationships/notesMaster" Target="notesMasters/notesMaster1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97B80376-9849-0641-980F-B64B5DF60C01}" type="datetimeFigureOut">
              <a:rPr lang="de-DE" smtClean="0"/>
              <a:pPr/>
              <a:t>04.09.26</a:t>
            </a:fld>
            <a:endParaRPr 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CF9F2F47-17B9-B440-9B67-93B9C4BEB082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039625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rst slide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B274732E-0C7D-405C-8A72-F45BB6D4973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75228" y="473788"/>
            <a:ext cx="4192524" cy="1205484"/>
          </a:xfrm>
          <a:prstGeom prst="rect">
            <a:avLst/>
          </a:prstGeom>
        </p:spPr>
      </p:pic>
      <p:sp>
        <p:nvSpPr>
          <p:cNvPr id="5" name="Textplatzhalter 4">
            <a:extLst>
              <a:ext uri="{FF2B5EF4-FFF2-40B4-BE49-F238E27FC236}">
                <a16:creationId xmlns:a16="http://schemas.microsoft.com/office/drawing/2014/main" id="{F015D0A0-A80A-48AC-A971-6A889D916E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435100" y="2222500"/>
            <a:ext cx="9340850" cy="923330"/>
          </a:xfrm>
        </p:spPr>
        <p:txBody>
          <a:bodyPr wrap="square">
            <a:noAutofit/>
          </a:bodyPr>
          <a:lstStyle>
            <a:lvl1pPr latinLnBrk="0">
              <a:lnSpc>
                <a:spcPct val="100000"/>
              </a:lnSpc>
              <a:defRPr sz="3000">
                <a:solidFill>
                  <a:schemeClr val="bg1"/>
                </a:solidFill>
                <a:latin typeface="+mj-lt"/>
              </a:defRPr>
            </a:lvl1pPr>
            <a:lvl5pPr marL="180000" indent="0">
              <a:buNone/>
              <a:defRPr/>
            </a:lvl5pPr>
          </a:lstStyle>
          <a:p>
            <a:pPr lvl="0"/>
            <a:r>
              <a:rPr lang="en-GB" noProof="0" dirty="0"/>
              <a:t>Title Arial bold, 30 Pt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2B2F6084-6B74-461D-B4CF-E3AC5781CFB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35100" y="2959100"/>
            <a:ext cx="9340850" cy="1165533"/>
          </a:xfrm>
        </p:spPr>
        <p:txBody>
          <a:bodyPr>
            <a:normAutofit/>
          </a:bodyPr>
          <a:lstStyle>
            <a:lvl1pPr latinLnBrk="0">
              <a:lnSpc>
                <a:spcPct val="100000"/>
              </a:lnSpc>
              <a:defRPr sz="24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Speaker FirstName Last Name, Arial regular, 24 Pt</a:t>
            </a:r>
          </a:p>
          <a:p>
            <a:pPr lvl="0"/>
            <a:r>
              <a:rPr lang="en-GB" noProof="0" dirty="0"/>
              <a:t>Group </a:t>
            </a:r>
          </a:p>
          <a:p>
            <a:pPr lvl="0"/>
            <a:r>
              <a:rPr lang="en-GB" noProof="0" dirty="0"/>
              <a:t>Department</a:t>
            </a:r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919C12CC-A693-450D-A3CD-FFD8EDF2950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35100" y="5643715"/>
            <a:ext cx="9340850" cy="304647"/>
          </a:xfrm>
        </p:spPr>
        <p:txBody>
          <a:bodyPr>
            <a:noAutofit/>
          </a:bodyPr>
          <a:lstStyle>
            <a:lvl1pPr latinLnBrk="0">
              <a:lnSpc>
                <a:spcPct val="100000"/>
              </a:lnSpc>
              <a:defRPr sz="20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Day-Month-Year | Conference Title or Occasion</a:t>
            </a:r>
          </a:p>
        </p:txBody>
      </p:sp>
    </p:spTree>
    <p:extLst>
      <p:ext uri="{BB962C8B-B14F-4D97-AF65-F5344CB8AC3E}">
        <p14:creationId xmlns:p14="http://schemas.microsoft.com/office/powerpoint/2010/main" val="3014699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60000" y="1276751"/>
            <a:ext cx="9900000" cy="5079600"/>
          </a:xfrm>
        </p:spPr>
        <p:txBody>
          <a:bodyPr/>
          <a:lstStyle>
            <a:lvl1pPr marL="285750" indent="-285750" latinLnBrk="0">
              <a:spcBef>
                <a:spcPts val="1150"/>
              </a:spcBef>
              <a:buFont typeface="Roboto" panose="020B0604020202020204" pitchFamily="34" charset="0"/>
              <a:buChar char="•"/>
              <a:tabLst>
                <a:tab pos="180000" algn="l"/>
                <a:tab pos="360000" algn="l"/>
                <a:tab pos="576000" algn="l"/>
              </a:tabLst>
              <a:defRPr b="0">
                <a:solidFill>
                  <a:schemeClr val="tx1"/>
                </a:solidFill>
                <a:latin typeface="+mj-lt"/>
              </a:defRPr>
            </a:lvl1pPr>
            <a:lvl2pPr marL="285750" indent="-285750">
              <a:buFont typeface="Roboto" panose="020B0604020202020204" pitchFamily="34" charset="0"/>
              <a:buChar char="•"/>
              <a:tabLst>
                <a:tab pos="180000" algn="l"/>
                <a:tab pos="360000" algn="l"/>
                <a:tab pos="576000" algn="l"/>
              </a:tabLst>
              <a:defRPr kern="600" spc="40" baseline="0"/>
            </a:lvl2pPr>
            <a:lvl3pPr>
              <a:defRPr/>
            </a:lvl3pPr>
            <a:lvl4pPr marL="465750" indent="-285750">
              <a:buFont typeface="Roboto" panose="020B0604020202020204" pitchFamily="34" charset="0"/>
              <a:buChar char="•"/>
              <a:defRPr kern="600" spc="40" baseline="0"/>
            </a:lvl4pPr>
            <a:lvl5pPr>
              <a:lnSpc>
                <a:spcPts val="2300"/>
              </a:lnSpc>
              <a:defRPr kern="600" spc="40" baseline="0"/>
            </a:lvl5pPr>
          </a:lstStyle>
          <a:p>
            <a:pPr lvl="0"/>
            <a:r>
              <a:rPr lang="en-GB" noProof="0" dirty="0"/>
              <a:t>Use bullet points or numbers, Arial regular, 20 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Arial" panose="020B0604020202020204" pitchFamily="34" charset="0"/>
              </a:defRPr>
            </a:lvl1pPr>
          </a:lstStyle>
          <a:p>
            <a:fld id="{D39974F1-2F0A-944B-8962-7FACF7A5C580}" type="slidenum">
              <a:rPr lang="de-DE" smtClean="0"/>
              <a:pPr/>
              <a:t>‹#›</a:t>
            </a:fld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53685DD1-F9CD-489A-B8A3-FD669FFD4563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72754" r="1488"/>
          <a:stretch/>
        </p:blipFill>
        <p:spPr>
          <a:xfrm>
            <a:off x="11290418" y="55470"/>
            <a:ext cx="771365" cy="861060"/>
          </a:xfrm>
          <a:prstGeom prst="rect">
            <a:avLst/>
          </a:prstGeom>
        </p:spPr>
      </p:pic>
      <p:sp>
        <p:nvSpPr>
          <p:cNvPr id="5" name="Titel 4">
            <a:extLst>
              <a:ext uri="{FF2B5EF4-FFF2-40B4-BE49-F238E27FC236}">
                <a16:creationId xmlns:a16="http://schemas.microsoft.com/office/drawing/2014/main" id="{3716914A-8DFF-42E5-8E27-6FA8B3CB0D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4800" y="333375"/>
            <a:ext cx="9900000" cy="682625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GB" noProof="0" dirty="0"/>
              <a:t>Agenda, Arial bold, 23 Pt</a:t>
            </a:r>
          </a:p>
        </p:txBody>
      </p:sp>
    </p:spTree>
    <p:extLst>
      <p:ext uri="{BB962C8B-B14F-4D97-AF65-F5344CB8AC3E}">
        <p14:creationId xmlns:p14="http://schemas.microsoft.com/office/powerpoint/2010/main" val="10351461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209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_1 image plus text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57630" y="333375"/>
            <a:ext cx="9900000" cy="682625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noProof="0" dirty="0"/>
              <a:t>Headline Arial bold, 23 Pt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Arial" panose="020B0604020202020204" pitchFamily="34" charset="0"/>
              </a:defRPr>
            </a:lvl1pPr>
          </a:lstStyle>
          <a:p>
            <a:fld id="{D39974F1-2F0A-944B-8962-7FACF7A5C580}" type="slidenum">
              <a:rPr lang="de-DE" smtClean="0"/>
              <a:pPr/>
              <a:t>‹#›</a:t>
            </a:fld>
            <a:endParaRPr lang="de-DE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579780ED-F7EB-4ECF-99E4-C3E64F065713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72754" r="1488"/>
          <a:stretch/>
        </p:blipFill>
        <p:spPr>
          <a:xfrm>
            <a:off x="11290418" y="55470"/>
            <a:ext cx="771365" cy="861060"/>
          </a:xfrm>
          <a:prstGeom prst="rect">
            <a:avLst/>
          </a:prstGeom>
        </p:spPr>
      </p:pic>
      <p:sp>
        <p:nvSpPr>
          <p:cNvPr id="12" name="Bildplatzhalter 11">
            <a:extLst>
              <a:ext uri="{FF2B5EF4-FFF2-40B4-BE49-F238E27FC236}">
                <a16:creationId xmlns:a16="http://schemas.microsoft.com/office/drawing/2014/main" id="{DA5FA5B3-BB4A-4F21-AC7C-F7AF6ADFC5E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54458" y="1282446"/>
            <a:ext cx="3792538" cy="5079600"/>
          </a:xfrm>
        </p:spPr>
        <p:txBody>
          <a:bodyPr/>
          <a:lstStyle>
            <a:lvl1pPr latinLnBrk="0">
              <a:defRPr b="0">
                <a:latin typeface="+mj-lt"/>
              </a:defRPr>
            </a:lvl1pPr>
          </a:lstStyle>
          <a:p>
            <a:r>
              <a:rPr lang="en-GB" noProof="0" dirty="0"/>
              <a:t>Image</a:t>
            </a: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638F0B66-F8AE-449D-B6A9-2ED301C481B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56175" y="1282446"/>
            <a:ext cx="5910263" cy="5079600"/>
          </a:xfrm>
        </p:spPr>
        <p:txBody>
          <a:bodyPr/>
          <a:lstStyle>
            <a:lvl1pPr marL="285750" indent="-285750" latinLnBrk="0">
              <a:buFont typeface="Roboto" panose="020B0604020202020204" pitchFamily="34" charset="0"/>
              <a:buChar char="•"/>
              <a:defRPr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Text, Arial regular, 20 Pt</a:t>
            </a:r>
          </a:p>
          <a:p>
            <a:pPr lvl="0"/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8346446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Just title and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Arial" panose="020B0604020202020204" pitchFamily="34" charset="0"/>
              </a:defRPr>
            </a:lvl1pPr>
          </a:lstStyle>
          <a:p>
            <a:fld id="{D39974F1-2F0A-944B-8962-7FACF7A5C580}" type="slidenum">
              <a:rPr lang="de-DE" smtClean="0"/>
              <a:pPr/>
              <a:t>‹#›</a:t>
            </a:fld>
            <a:endParaRPr lang="de-DE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786CBE4A-72A6-431F-95EB-806B2971B5E7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72754" r="1488"/>
          <a:stretch/>
        </p:blipFill>
        <p:spPr>
          <a:xfrm>
            <a:off x="11290418" y="55470"/>
            <a:ext cx="771365" cy="861060"/>
          </a:xfrm>
          <a:prstGeom prst="rect">
            <a:avLst/>
          </a:prstGeom>
        </p:spPr>
      </p:pic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FB23D4B7-DF3A-4F45-ACDB-DF0BBE459A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4800" y="333375"/>
            <a:ext cx="9900000" cy="68262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 noProof="0" dirty="0"/>
              <a:t>Headline, Arial bold, 23 Pt</a:t>
            </a:r>
          </a:p>
        </p:txBody>
      </p:sp>
    </p:spTree>
    <p:extLst>
      <p:ext uri="{BB962C8B-B14F-4D97-AF65-F5344CB8AC3E}">
        <p14:creationId xmlns:p14="http://schemas.microsoft.com/office/powerpoint/2010/main" val="309067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Just title and one big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4">
            <a:extLst>
              <a:ext uri="{FF2B5EF4-FFF2-40B4-BE49-F238E27FC236}">
                <a16:creationId xmlns:a16="http://schemas.microsoft.com/office/drawing/2014/main" id="{0599EC99-09AE-4BAE-9C96-290BEDD8C93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65200" y="1282446"/>
            <a:ext cx="9899650" cy="5079600"/>
          </a:xfrm>
        </p:spPr>
        <p:txBody>
          <a:bodyPr/>
          <a:lstStyle>
            <a:lvl1pPr latinLnBrk="0">
              <a:defRPr>
                <a:latin typeface="+mj-lt"/>
              </a:defRPr>
            </a:lvl1pPr>
          </a:lstStyle>
          <a:p>
            <a:r>
              <a:rPr lang="en-GB" noProof="0" dirty="0"/>
              <a:t>Image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Arial" panose="020B0604020202020204" pitchFamily="34" charset="0"/>
              </a:defRPr>
            </a:lvl1pPr>
          </a:lstStyle>
          <a:p>
            <a:fld id="{D39974F1-2F0A-944B-8962-7FACF7A5C580}" type="slidenum">
              <a:rPr lang="de-DE" smtClean="0"/>
              <a:pPr/>
              <a:t>‹#›</a:t>
            </a:fld>
            <a:endParaRPr lang="de-DE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786CBE4A-72A6-431F-95EB-806B2971B5E7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72754" r="1488"/>
          <a:stretch/>
        </p:blipFill>
        <p:spPr>
          <a:xfrm>
            <a:off x="11290418" y="55470"/>
            <a:ext cx="771365" cy="861060"/>
          </a:xfrm>
          <a:prstGeom prst="rect">
            <a:avLst/>
          </a:prstGeom>
        </p:spPr>
      </p:pic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FB23D4B7-DF3A-4F45-ACDB-DF0BBE459A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4800" y="333375"/>
            <a:ext cx="9900000" cy="68262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GB" noProof="0" dirty="0"/>
              <a:t>Headline, Arial bold, 23 Pt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5181EC5A-5FD7-4497-A79A-3B73CA4B8EA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80108" y="3175795"/>
            <a:ext cx="5781675" cy="1346200"/>
          </a:xfrm>
          <a:prstGeom prst="roundRect">
            <a:avLst/>
          </a:prstGeom>
          <a:gradFill flip="none" rotWithShape="1">
            <a:gsLst>
              <a:gs pos="0">
                <a:schemeClr val="accent5">
                  <a:tint val="66000"/>
                  <a:satMod val="160000"/>
                </a:schemeClr>
              </a:gs>
              <a:gs pos="50000">
                <a:schemeClr val="accent5">
                  <a:tint val="44500"/>
                  <a:satMod val="160000"/>
                </a:schemeClr>
              </a:gs>
              <a:gs pos="100000">
                <a:schemeClr val="accent5">
                  <a:tint val="23500"/>
                  <a:satMod val="160000"/>
                </a:schemeClr>
              </a:gs>
            </a:gsLst>
            <a:lin ang="16200000" scaled="1"/>
            <a:tileRect/>
          </a:gra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>
            <a:lvl1pPr algn="ctr" latinLnBrk="0">
              <a:defRPr>
                <a:solidFill>
                  <a:schemeClr val="tx1"/>
                </a:solidFill>
                <a:latin typeface="+mj-lt"/>
                <a:sym typeface="Roboto" panose="05000000000000000000" pitchFamily="2" charset="2"/>
              </a:defRPr>
            </a:lvl1pPr>
          </a:lstStyle>
          <a:p>
            <a:pPr lvl="0"/>
            <a:r>
              <a:rPr lang="en-GB" dirty="0"/>
              <a:t>Textbox for e.g. brief image description/buzzword</a:t>
            </a:r>
          </a:p>
          <a:p>
            <a:pPr lvl="0"/>
            <a:r>
              <a:rPr lang="en-GB" dirty="0"/>
              <a:t>can be moved, deleted or resized</a:t>
            </a:r>
          </a:p>
        </p:txBody>
      </p:sp>
    </p:spTree>
    <p:extLst>
      <p:ext uri="{BB962C8B-B14F-4D97-AF65-F5344CB8AC3E}">
        <p14:creationId xmlns:p14="http://schemas.microsoft.com/office/powerpoint/2010/main" val="30026529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ast Slide: Thank yo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54908" y="1991878"/>
            <a:ext cx="9900000" cy="4416122"/>
          </a:xfrm>
        </p:spPr>
        <p:txBody>
          <a:bodyPr/>
          <a:lstStyle>
            <a:lvl1pPr latinLnBrk="0">
              <a:spcBef>
                <a:spcPts val="1150"/>
              </a:spcBef>
              <a:tabLst>
                <a:tab pos="180000" algn="l"/>
                <a:tab pos="360000" algn="l"/>
                <a:tab pos="576000" algn="l"/>
              </a:tabLst>
              <a:defRPr b="0">
                <a:solidFill>
                  <a:schemeClr val="tx1"/>
                </a:solidFill>
                <a:latin typeface="+mj-lt"/>
              </a:defRPr>
            </a:lvl1pPr>
            <a:lvl2pPr>
              <a:tabLst>
                <a:tab pos="180000" algn="l"/>
                <a:tab pos="360000" algn="l"/>
                <a:tab pos="576000" algn="l"/>
              </a:tabLst>
              <a:defRPr kern="600" spc="40" baseline="0"/>
            </a:lvl2pPr>
            <a:lvl3pPr>
              <a:defRPr/>
            </a:lvl3pPr>
            <a:lvl4pPr>
              <a:defRPr kern="600" spc="40" baseline="0"/>
            </a:lvl4pPr>
            <a:lvl5pPr>
              <a:lnSpc>
                <a:spcPts val="2300"/>
              </a:lnSpc>
              <a:defRPr kern="600" spc="40" baseline="0"/>
            </a:lvl5pPr>
          </a:lstStyle>
          <a:p>
            <a:pPr lvl="0"/>
            <a:r>
              <a:rPr lang="en-GB" noProof="0" dirty="0"/>
              <a:t>Space for logos of funding organizations, team photo, acknowledgements etc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4CA9A608-6897-4590-851D-68D84E74178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75228" y="473788"/>
            <a:ext cx="4192524" cy="1205484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7BCD81C9-FA58-4E66-A214-9F1C2E987515}"/>
              </a:ext>
            </a:extLst>
          </p:cNvPr>
          <p:cNvSpPr txBox="1"/>
          <p:nvPr userDrawn="1"/>
        </p:nvSpPr>
        <p:spPr>
          <a:xfrm>
            <a:off x="954908" y="331028"/>
            <a:ext cx="4626864" cy="1569660"/>
          </a:xfrm>
          <a:prstGeom prst="rect">
            <a:avLst/>
          </a:prstGeom>
          <a:solidFill>
            <a:srgbClr val="29485D"/>
          </a:solidFill>
        </p:spPr>
        <p:txBody>
          <a:bodyPr wrap="square" rtlCol="0">
            <a:spAutoFit/>
          </a:bodyPr>
          <a:lstStyle/>
          <a:p>
            <a:r>
              <a:rPr lang="en-GB" sz="3000" b="1" noProof="0" dirty="0">
                <a:solidFill>
                  <a:schemeClr val="bg1"/>
                </a:solidFill>
                <a:latin typeface="+mj-lt"/>
              </a:rPr>
              <a:t>Thank you for your attention!</a:t>
            </a:r>
            <a:endParaRPr lang="en-GB" noProof="0" dirty="0">
              <a:solidFill>
                <a:schemeClr val="bg1"/>
              </a:solidFill>
              <a:latin typeface="+mj-lt"/>
            </a:endParaRPr>
          </a:p>
          <a:p>
            <a:endParaRPr lang="en-GB" b="0" i="0" noProof="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endParaRPr lang="en-GB" b="0" i="0" noProof="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0890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sv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64800" y="333375"/>
            <a:ext cx="9900000" cy="68262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noProof="0" dirty="0"/>
              <a:t>Headline Arial bold, 23 Pt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4908" y="1278195"/>
            <a:ext cx="9900000" cy="508064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GB" noProof="0" dirty="0"/>
              <a:t>First Level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  <a:p>
            <a:pPr lvl="5"/>
            <a:r>
              <a:rPr lang="en-GB" noProof="0" dirty="0"/>
              <a:t>Sixth Level</a:t>
            </a:r>
          </a:p>
          <a:p>
            <a:pPr lvl="6"/>
            <a:r>
              <a:rPr lang="en-GB" noProof="0" dirty="0"/>
              <a:t>Seventh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12000" y="6391398"/>
            <a:ext cx="360000" cy="180000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r">
              <a:defRPr sz="1200" b="0" i="0">
                <a:solidFill>
                  <a:srgbClr val="898989"/>
                </a:solidFill>
                <a:latin typeface="Arial" panose="020B0604020202020204" pitchFamily="34" charset="0"/>
              </a:defRPr>
            </a:lvl1pPr>
          </a:lstStyle>
          <a:p>
            <a:fld id="{D39974F1-2F0A-944B-8962-7FACF7A5C580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66DD4EF3-5C6B-4ED3-A267-ED0E5AB1D8A3}"/>
              </a:ext>
            </a:extLst>
          </p:cNvPr>
          <p:cNvSpPr txBox="1"/>
          <p:nvPr userDrawn="1"/>
        </p:nvSpPr>
        <p:spPr>
          <a:xfrm>
            <a:off x="862248" y="6345632"/>
            <a:ext cx="10267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noProof="0" dirty="0">
                <a:solidFill>
                  <a:srgbClr val="898989"/>
                </a:solidFill>
              </a:rPr>
              <a:t>Max-Planck-Institut für Eisenforschung GmbH | Erik </a:t>
            </a:r>
            <a:r>
              <a:rPr lang="en-GB" sz="1200" noProof="0" dirty="0" err="1">
                <a:solidFill>
                  <a:srgbClr val="898989"/>
                </a:solidFill>
              </a:rPr>
              <a:t>Bitzek</a:t>
            </a:r>
            <a:endParaRPr lang="en-GB" sz="1200" noProof="0" dirty="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0465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2" r:id="rId3"/>
    <p:sldLayoutId id="2147483667" r:id="rId4"/>
    <p:sldLayoutId id="2147483696" r:id="rId5"/>
    <p:sldLayoutId id="2147483695" r:id="rId6"/>
  </p:sldLayoutIdLst>
  <p:hf hdr="0"/>
  <p:txStyles>
    <p:titleStyle>
      <a:lvl1pPr algn="l" defTabSz="914400" rtl="0" eaLnBrk="1" latinLnBrk="0" hangingPunct="1">
        <a:lnSpc>
          <a:spcPts val="2600"/>
        </a:lnSpc>
        <a:spcBef>
          <a:spcPct val="0"/>
        </a:spcBef>
        <a:spcAft>
          <a:spcPts val="1800"/>
        </a:spcAft>
        <a:buNone/>
        <a:defRPr sz="2300" b="1" kern="600" cap="none" spc="14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1" hangingPunct="1">
        <a:lnSpc>
          <a:spcPts val="2300"/>
        </a:lnSpc>
        <a:spcBef>
          <a:spcPts val="0"/>
        </a:spcBef>
        <a:buFont typeface="Roboto" panose="020B0604020202020204" pitchFamily="34" charset="0"/>
        <a:buNone/>
        <a:defRPr sz="2000" b="1" i="0" kern="600" spc="40" baseline="0">
          <a:solidFill>
            <a:schemeClr val="tx1"/>
          </a:solidFill>
          <a:latin typeface="+mj-lt"/>
          <a:ea typeface="+mn-ea"/>
          <a:cs typeface="+mn-cs"/>
        </a:defRPr>
      </a:lvl1pPr>
      <a:lvl2pPr marL="0" indent="0" algn="l" defTabSz="914400" rtl="0" eaLnBrk="1" latinLnBrk="0" hangingPunct="1">
        <a:lnSpc>
          <a:spcPts val="2300"/>
        </a:lnSpc>
        <a:spcBef>
          <a:spcPts val="0"/>
        </a:spcBef>
        <a:spcAft>
          <a:spcPts val="0"/>
        </a:spcAft>
        <a:buFont typeface="Roboto" panose="020B0604020202020204" pitchFamily="34" charset="0"/>
        <a:buNone/>
        <a:defRPr sz="2000" kern="600" spc="40" baseline="0">
          <a:solidFill>
            <a:schemeClr val="tx1"/>
          </a:solidFill>
          <a:latin typeface="+mj-lt"/>
          <a:ea typeface="+mn-ea"/>
          <a:cs typeface="+mn-cs"/>
        </a:defRPr>
      </a:lvl2pPr>
      <a:lvl3pPr marL="0" indent="-180000" algn="l" defTabSz="914400" rtl="0" eaLnBrk="1" latinLnBrk="0" hangingPunct="1">
        <a:lnSpc>
          <a:spcPts val="2300"/>
        </a:lnSpc>
        <a:spcBef>
          <a:spcPts val="1150"/>
        </a:spcBef>
        <a:buFont typeface="Roboto" panose="020B0604020202020204" pitchFamily="34" charset="0"/>
        <a:buChar char="•"/>
        <a:defRPr sz="2000" b="1" kern="400" spc="40" baseline="0">
          <a:solidFill>
            <a:schemeClr val="tx1"/>
          </a:solidFill>
          <a:latin typeface="+mj-lt"/>
          <a:ea typeface="+mn-ea"/>
          <a:cs typeface="+mn-cs"/>
        </a:defRPr>
      </a:lvl3pPr>
      <a:lvl4pPr marL="180000" indent="0" algn="l" defTabSz="914400" rtl="0" eaLnBrk="1" latinLnBrk="0" hangingPunct="1">
        <a:lnSpc>
          <a:spcPts val="2300"/>
        </a:lnSpc>
        <a:spcBef>
          <a:spcPts val="0"/>
        </a:spcBef>
        <a:buFont typeface="Roboto" panose="020B0604020202020204" pitchFamily="34" charset="0"/>
        <a:buNone/>
        <a:defRPr sz="2000" kern="600" spc="40" baseline="0">
          <a:solidFill>
            <a:schemeClr val="tx1"/>
          </a:solidFill>
          <a:latin typeface="+mj-lt"/>
          <a:ea typeface="+mn-ea"/>
          <a:cs typeface="+mn-cs"/>
        </a:defRPr>
      </a:lvl4pPr>
      <a:lvl5pPr marL="360000" indent="-180000" algn="l" defTabSz="914400" rtl="0" eaLnBrk="1" latinLnBrk="0" hangingPunct="1">
        <a:lnSpc>
          <a:spcPts val="2300"/>
        </a:lnSpc>
        <a:spcBef>
          <a:spcPts val="525"/>
        </a:spcBef>
        <a:buFont typeface="Roboto" panose="02000000000000000000" pitchFamily="2" charset="0"/>
        <a:buChar char="•"/>
        <a:defRPr sz="2000" kern="600" spc="40" baseline="0">
          <a:solidFill>
            <a:schemeClr val="tx1"/>
          </a:solidFill>
          <a:latin typeface="+mj-lt"/>
          <a:ea typeface="+mn-ea"/>
          <a:cs typeface="+mn-cs"/>
        </a:defRPr>
      </a:lvl5pPr>
      <a:lvl6pPr marL="360000" indent="0" algn="l" defTabSz="914400" rtl="0" eaLnBrk="1" latinLnBrk="0" hangingPunct="1">
        <a:lnSpc>
          <a:spcPts val="2300"/>
        </a:lnSpc>
        <a:spcBef>
          <a:spcPts val="0"/>
        </a:spcBef>
        <a:spcAft>
          <a:spcPts val="0"/>
        </a:spcAft>
        <a:buClr>
          <a:schemeClr val="tx2"/>
        </a:buClr>
        <a:buSzPct val="110000"/>
        <a:buFont typeface="Roboto"/>
        <a:buNone/>
        <a:defRPr sz="2000" b="0" i="0" kern="600" spc="40" baseline="0">
          <a:solidFill>
            <a:schemeClr val="tx1"/>
          </a:solidFill>
          <a:latin typeface="+mj-lt"/>
          <a:ea typeface="+mn-ea"/>
          <a:cs typeface="+mn-cs"/>
        </a:defRPr>
      </a:lvl6pPr>
      <a:lvl7pPr marL="576000" indent="-216000" algn="l" defTabSz="914400" rtl="0" eaLnBrk="1" latinLnBrk="0" hangingPunct="1">
        <a:lnSpc>
          <a:spcPts val="2300"/>
        </a:lnSpc>
        <a:spcBef>
          <a:spcPts val="0"/>
        </a:spcBef>
        <a:spcAft>
          <a:spcPts val="525"/>
        </a:spcAft>
        <a:buFont typeface="Roboto" pitchFamily="2" charset="2"/>
        <a:buChar char="-"/>
        <a:defRPr sz="2000" b="0" i="0" kern="600" spc="40" baseline="0">
          <a:solidFill>
            <a:schemeClr val="tx1"/>
          </a:solidFill>
          <a:latin typeface="+mj-lt"/>
          <a:ea typeface="+mn-ea"/>
          <a:cs typeface="+mn-cs"/>
        </a:defRPr>
      </a:lvl7pPr>
      <a:lvl8pPr marL="0" indent="216000" algn="l" defTabSz="914400" rtl="0" eaLnBrk="1" latinLnBrk="0" hangingPunct="1">
        <a:lnSpc>
          <a:spcPts val="1800"/>
        </a:lnSpc>
        <a:spcBef>
          <a:spcPts val="0"/>
        </a:spcBef>
        <a:spcAft>
          <a:spcPts val="525"/>
        </a:spcAft>
        <a:buSzPct val="110000"/>
        <a:buFontTx/>
        <a:buBlip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</a:buBlip>
        <a:defRPr sz="1300" b="0" i="1" kern="600" spc="30" baseline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ts val="1100"/>
        </a:lnSpc>
        <a:spcBef>
          <a:spcPts val="525"/>
        </a:spcBef>
        <a:buFont typeface="Roboto" panose="020B0604020202020204" pitchFamily="34" charset="0"/>
        <a:buNone/>
        <a:defRPr sz="800" b="0" i="1" kern="600" spc="12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640" userDrawn="1">
          <p15:clr>
            <a:srgbClr val="F26B43"/>
          </p15:clr>
        </p15:guide>
        <p15:guide id="2" orient="horz" pos="1049" userDrawn="1">
          <p15:clr>
            <a:srgbClr val="F26B43"/>
          </p15:clr>
        </p15:guide>
        <p15:guide id="3" orient="horz" pos="845" userDrawn="1">
          <p15:clr>
            <a:srgbClr val="F26B43"/>
          </p15:clr>
        </p15:guide>
        <p15:guide id="4" orient="horz" pos="210" userDrawn="1">
          <p15:clr>
            <a:srgbClr val="F26B43"/>
          </p15:clr>
        </p15:guide>
        <p15:guide id="5" pos="597" userDrawn="1">
          <p15:clr>
            <a:srgbClr val="F26B43"/>
          </p15:clr>
        </p15:guide>
        <p15:guide id="6" orient="horz" pos="404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2A1CD-463E-3040-645D-20BE7DCCF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704940-4CEA-8CB9-2D4B-182ED70E4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974F1-2F0A-944B-8962-7FACF7A5C580}" type="slidenum">
              <a:rPr lang="de-DE" smtClean="0"/>
              <a:pPr/>
              <a:t>1</a:t>
            </a:fld>
            <a:endParaRPr lang="de-DE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6E71E25-D7B3-D5C3-B841-65F6C516D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800" y="333375"/>
            <a:ext cx="10242462" cy="682625"/>
          </a:xfrm>
        </p:spPr>
        <p:txBody>
          <a:bodyPr/>
          <a:lstStyle/>
          <a:p>
            <a:r>
              <a:rPr lang="en-US" dirty="0" err="1"/>
              <a:t>Powerpoint</a:t>
            </a:r>
            <a:r>
              <a:rPr lang="en-US" dirty="0"/>
              <a:t> for Windows : PDF pasted as PDF in Mac </a:t>
            </a:r>
            <a:r>
              <a:rPr lang="en-US" dirty="0" err="1"/>
              <a:t>Powerpoint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B29C005-D2BA-FBCF-6985-147C36AFCC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632" y="772697"/>
            <a:ext cx="11142368" cy="5749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432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42499F-6657-E562-DC3F-BAA84F8D6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974F1-2F0A-944B-8962-7FACF7A5C580}" type="slidenum">
              <a:rPr lang="de-DE" smtClean="0"/>
              <a:pPr/>
              <a:t>2</a:t>
            </a:fld>
            <a:endParaRPr lang="de-DE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BD6644A-E402-F943-9CE2-686562362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Powerpoint</a:t>
            </a:r>
            <a:r>
              <a:rPr lang="en-US" dirty="0"/>
              <a:t> for Windows: PDF pasted as TIFF on Mac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5D6D31D-09C7-AD90-CCD4-52E9F540ED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754" y="738554"/>
            <a:ext cx="10975595" cy="5652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7530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E01BE6-71F6-9D40-082D-F34E3FFAF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51D82EC-8EC6-54D1-E965-589F6B736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974F1-2F0A-944B-8962-7FACF7A5C580}" type="slidenum">
              <a:rPr lang="de-DE" smtClean="0"/>
              <a:pPr/>
              <a:t>3</a:t>
            </a:fld>
            <a:endParaRPr lang="de-DE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3A0EA3A-AA59-89A3-C5DA-A344AF8A5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Powerpoint</a:t>
            </a:r>
            <a:r>
              <a:rPr lang="en-US" dirty="0"/>
              <a:t> for Windows: PDF pasted with </a:t>
            </a:r>
            <a:r>
              <a:rPr lang="en-US" dirty="0" err="1"/>
              <a:t>hiresclip</a:t>
            </a:r>
            <a:r>
              <a:rPr lang="en-US"/>
              <a:t> on Mac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05A96BD-EC30-31B2-0463-12578E9F58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076" y="723745"/>
            <a:ext cx="11004347" cy="5667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5143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MPIE">
      <a:dk1>
        <a:srgbClr val="000000"/>
      </a:dk1>
      <a:lt1>
        <a:srgbClr val="FFFFFF"/>
      </a:lt1>
      <a:dk2>
        <a:srgbClr val="455E6C"/>
      </a:dk2>
      <a:lt2>
        <a:srgbClr val="EEEEEE"/>
      </a:lt2>
      <a:accent1>
        <a:srgbClr val="006C66"/>
      </a:accent1>
      <a:accent2>
        <a:srgbClr val="D2DC51"/>
      </a:accent2>
      <a:accent3>
        <a:srgbClr val="348A85"/>
      </a:accent3>
      <a:accent4>
        <a:srgbClr val="9AC5C2"/>
      </a:accent4>
      <a:accent5>
        <a:srgbClr val="EF7C00"/>
      </a:accent5>
      <a:accent6>
        <a:srgbClr val="F5B167"/>
      </a:accent6>
      <a:hlink>
        <a:srgbClr val="455E6C"/>
      </a:hlink>
      <a:folHlink>
        <a:srgbClr val="A7A7A8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20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Roboto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Roboto"/>
        <a:font script="Hebr" typeface="Roboto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Roboto"/>
        <a:font script="Uigh" typeface="Microsoft Uighur"/>
        <a:font script="Geor" typeface="Sylfaen"/>
        <a:font script="Armn" typeface="Roboto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spe:Receivers xmlns:spe="http://schemas.microsoft.com/sharepoint/events">
  <Receiver>
    <Name>DocumentEventReceiverItemAdded</Name>
    <Synchronization>Synchronous</Synchronization>
    <Type>10001</Type>
    <SequenceNumber>16000</SequenceNumber>
    <Url/>
    <Assembly>MPG.Intra20.Publishing, Version=1.0.0.0, Culture=neutral, PublicKeyToken=87bb4b3fa8c36758</Assembly>
    <Class>MPG.Intra20.Publishing.SharePoint.EventReceiver.DocumentEventReceiver.DocumentEventReceiver</Class>
    <Data/>
    <Filter/>
  </Receiver>
</spe:Receiver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pgDocTargetGroupTaxHTField xmlns="http://schemas.microsoft.com/sharepoint/v3">
      <Terms xmlns="http://schemas.microsoft.com/office/infopath/2007/PartnerControls">
        <TermInfo xmlns="http://schemas.microsoft.com/office/infopath/2007/PartnerControls">
          <TermName xmlns="http://schemas.microsoft.com/office/infopath/2007/PartnerControls">MPIE</TermName>
          <TermId xmlns="http://schemas.microsoft.com/office/infopath/2007/PartnerControls">1b089b67-df05-4a34-ada0-42207873b4fb</TermId>
        </TermInfo>
      </Terms>
    </mpgDocTargetGroupTaxHTField>
    <mpgPLExpiryDate xmlns="http://schemas.microsoft.com/sharepoint/v3" xsi:nil="true"/>
    <mpgDocDescription xmlns="30ac69d9-15d2-4d04-a7ff-6d724d46424a" xsi:nil="true"/>
    <mpgDocDocTypeTaxHTField xmlns="http://schemas.microsoft.com/sharepoint/v3">
      <Terms xmlns="http://schemas.microsoft.com/office/infopath/2007/PartnerControls">
        <TermInfo xmlns="http://schemas.microsoft.com/office/infopath/2007/PartnerControls">
          <TermName xmlns="http://schemas.microsoft.com/office/infopath/2007/PartnerControls">Document</TermName>
          <TermId xmlns="http://schemas.microsoft.com/office/infopath/2007/PartnerControls">8f29fdc2-58b6-4216-9e9c-b5b462cd9462</TermId>
        </TermInfo>
      </Terms>
    </mpgDocDocTypeTaxHTField>
    <TaxCatchAll xmlns="acd76949-8122-4c8c-acd6-0a455d049feb">
      <Value>5</Value>
      <Value>10</Value>
      <Value>1</Value>
    </TaxCatchAll>
    <mpgPLContentResponsible xmlns="http://schemas.microsoft.com/sharepoint/v3">
      <UserInfo>
        <DisplayName>i:0e.t|sso-gv|005697</DisplayName>
        <AccountId>27</AccountId>
        <AccountType/>
      </UserInfo>
    </mpgPLContentResponsible>
    <mpgPLLanguageTaxHTField xmlns="http://schemas.microsoft.com/sharepoint/v3">
      <Terms xmlns="http://schemas.microsoft.com/office/infopath/2007/PartnerControls">
        <TermInfo xmlns="http://schemas.microsoft.com/office/infopath/2007/PartnerControls">
          <TermName xmlns="http://schemas.microsoft.com/office/infopath/2007/PartnerControls">english</TermName>
          <TermId xmlns="http://schemas.microsoft.com/office/infopath/2007/PartnerControls">521b4622-d5ca-4a0f-8d04-a98312796259</TermId>
        </TermInfo>
      </Terms>
    </mpgPLLanguageTaxHTField>
    <mpgPLPublishingDate xmlns="http://schemas.microsoft.com/sharepoint/v3">2021-05-26T22:00:00+00:00</mpgPLPublishingDate>
    <TaxKeywordTaxHTField xmlns="acd76949-8122-4c8c-acd6-0a455d049feb">
      <Terms xmlns="http://schemas.microsoft.com/office/infopath/2007/PartnerControls"/>
    </TaxKeywordTaxHTField>
  </documentManagement>
</p:propertie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MPG Dokument" ma:contentTypeID="0x0101004AB6DF3283EA4DF58212D22E9467034C00325D905D8BF8784F96FD239D0BD920D8" ma:contentTypeVersion="10" ma:contentTypeDescription="Dokument Inhaltstyp" ma:contentTypeScope="" ma:versionID="4ab2ac67827eba88bbec138c4b4fd0b6">
  <xsd:schema xmlns:xsd="http://www.w3.org/2001/XMLSchema" xmlns:xs="http://www.w3.org/2001/XMLSchema" xmlns:p="http://schemas.microsoft.com/office/2006/metadata/properties" xmlns:ns1="http://schemas.microsoft.com/sharepoint/v3" xmlns:ns2="30ac69d9-15d2-4d04-a7ff-6d724d46424a" xmlns:ns3="acd76949-8122-4c8c-acd6-0a455d049feb" xmlns:ns4="d832b56e-681c-401e-9efe-0af9a6e4ea9f" targetNamespace="http://schemas.microsoft.com/office/2006/metadata/properties" ma:root="true" ma:fieldsID="c6e8741f1d18db4ab2c42b737192aa22" ns1:_="" ns2:_="" ns3:_="" ns4:_="">
    <xsd:import namespace="http://schemas.microsoft.com/sharepoint/v3"/>
    <xsd:import namespace="30ac69d9-15d2-4d04-a7ff-6d724d46424a"/>
    <xsd:import namespace="acd76949-8122-4c8c-acd6-0a455d049feb"/>
    <xsd:import namespace="d832b56e-681c-401e-9efe-0af9a6e4ea9f"/>
    <xsd:element name="properties">
      <xsd:complexType>
        <xsd:sequence>
          <xsd:element name="documentManagement">
            <xsd:complexType>
              <xsd:all>
                <xsd:element ref="ns2:mpgDocDescription" minOccurs="0"/>
                <xsd:element ref="ns1:mpgPLContentResponsible"/>
                <xsd:element ref="ns1:mpgPLPublishingDate" minOccurs="0"/>
                <xsd:element ref="ns1:mpgPLExpiryDate" minOccurs="0"/>
                <xsd:element ref="ns3:TaxKeywordTaxHTField" minOccurs="0"/>
                <xsd:element ref="ns1:mpgDocDocTypeTaxHTField" minOccurs="0"/>
                <xsd:element ref="ns3:TaxCatchAll" minOccurs="0"/>
                <xsd:element ref="ns3:TaxCatchAllLabel" minOccurs="0"/>
                <xsd:element ref="ns1:mpgDocTargetGroupTaxHTField" minOccurs="0"/>
                <xsd:element ref="ns1:mpgPLLanguageTaxHTField" minOccurs="0"/>
                <xsd:element ref="ns4:SharedWithUser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mpgPLContentResponsible" ma:index="9" ma:displayName="Inhaltsverantwortliche*r" ma:description="" ma:list="UserInfo" ma:SharePointGroup="0" ma:internalName="mpgPLContentResponsibl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pgPLPublishingDate" ma:index="10" nillable="true" ma:displayName="Veröffentlichungsdatum" ma:default="[TODAY]" ma:description="" ma:format="DateOnly" ma:internalName="mpgPLPublishingDate">
      <xsd:simpleType>
        <xsd:restriction base="dms:DateTime"/>
      </xsd:simpleType>
    </xsd:element>
    <xsd:element name="mpgPLExpiryDate" ma:index="11" nillable="true" ma:displayName="Ablaufdatum" ma:description="" ma:format="DateOnly" ma:internalName="mpgPLExpiryDate">
      <xsd:simpleType>
        <xsd:restriction base="dms:DateTime"/>
      </xsd:simpleType>
    </xsd:element>
    <xsd:element name="mpgDocDocTypeTaxHTField" ma:index="14" ma:taxonomy="true" ma:internalName="mpgDocDocTypeTaxHTField" ma:taxonomyFieldName="mpgDocDocType" ma:displayName="Art" ma:fieldId="{601dbd04-b693-439b-b28e-0b23f1dc2428}" ma:sspId="41004379-2ab6-411a-b317-f2f5ec94df92" ma:termSetId="e1711f15-461a-476e-9d7d-f02bebbaddb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pgDocTargetGroupTaxHTField" ma:index="18" ma:taxonomy="true" ma:internalName="mpgDocTargetGroupTaxHTField" ma:taxonomyFieldName="mpgDocTargetGroup" ma:displayName="Zielgruppe" ma:fieldId="{6ba75283-d0e7-4150-bb2c-741bb77c72d2}" ma:sspId="41004379-2ab6-411a-b317-f2f5ec94df92" ma:termSetId="54bc12ce-a5a6-4ae3-8b04-494423616de8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pgPLLanguageTaxHTField" ma:index="20" ma:taxonomy="true" ma:internalName="mpgPLLanguageTaxHTField" ma:taxonomyFieldName="mpgPLLanguage" ma:displayName="Sprache" ma:fieldId="{b1679fa1-1b0d-44c5-99e4-91e3fdab4b26}" ma:sspId="41004379-2ab6-411a-b317-f2f5ec94df92" ma:termSetId="e30160ba-dae6-41a6-ae27-2318da018462" ma:anchorId="00000000-0000-0000-0000-000000000000" ma:open="fals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0ac69d9-15d2-4d04-a7ff-6d724d46424a" elementFormDefault="qualified">
    <xsd:import namespace="http://schemas.microsoft.com/office/2006/documentManagement/types"/>
    <xsd:import namespace="http://schemas.microsoft.com/office/infopath/2007/PartnerControls"/>
    <xsd:element name="mpgDocDescription" ma:index="8" nillable="true" ma:displayName="Beschreibung" ma:description="" ma:internalName="mpgDocDescription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cd76949-8122-4c8c-acd6-0a455d049feb" elementFormDefault="qualified">
    <xsd:import namespace="http://schemas.microsoft.com/office/2006/documentManagement/types"/>
    <xsd:import namespace="http://schemas.microsoft.com/office/infopath/2007/PartnerControls"/>
    <xsd:element name="TaxKeywordTaxHTField" ma:index="13" nillable="true" ma:taxonomy="true" ma:internalName="TaxKeywordTaxHTField" ma:taxonomyFieldName="TaxKeyword" ma:displayName="Keywords" ma:fieldId="{23f27201-bee3-471e-b2e7-b64fd8b7ca38}" ma:taxonomyMulti="true" ma:sspId="41004379-2ab6-411a-b317-f2f5ec94df92" ma:termSetId="00000000-0000-0000-0000-000000000000" ma:anchorId="00000000-0000-0000-0000-000000000000" ma:open="true" ma:isKeyword="true">
      <xsd:complexType>
        <xsd:sequence>
          <xsd:element ref="pc:Terms" minOccurs="0" maxOccurs="1"/>
        </xsd:sequence>
      </xsd:complexType>
    </xsd:element>
    <xsd:element name="TaxCatchAll" ma:index="15" nillable="true" ma:displayName="Taxonomy Catch All Column" ma:description="" ma:hidden="true" ma:list="{9d5acce8-6d95-412f-9553-eb17d9c69278}" ma:internalName="TaxCatchAll" ma:showField="CatchAllData" ma:web="acd76949-8122-4c8c-acd6-0a455d049fe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6" nillable="true" ma:displayName="Taxonomy Catch All Column1" ma:description="" ma:hidden="true" ma:list="{9d5acce8-6d95-412f-9553-eb17d9c69278}" ma:internalName="TaxCatchAllLabel" ma:readOnly="true" ma:showField="CatchAllDataLabel" ma:web="acd76949-8122-4c8c-acd6-0a455d049fe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832b56e-681c-401e-9efe-0af9a6e4ea9f" elementFormDefault="qualified">
    <xsd:import namespace="http://schemas.microsoft.com/office/2006/documentManagement/types"/>
    <xsd:import namespace="http://schemas.microsoft.com/office/infopath/2007/PartnerControls"/>
    <xsd:element name="SharedWithUsers" ma:index="22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F5321C1-6148-4FAF-99D3-7EB2E72B409F}">
  <ds:schemaRefs>
    <ds:schemaRef ds:uri="http://schemas.microsoft.com/sharepoint/events"/>
  </ds:schemaRefs>
</ds:datastoreItem>
</file>

<file path=customXml/itemProps2.xml><?xml version="1.0" encoding="utf-8"?>
<ds:datastoreItem xmlns:ds="http://schemas.openxmlformats.org/officeDocument/2006/customXml" ds:itemID="{0057CE1B-EABA-43C0-BE77-0E4482AAC6A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8C8ECE7-1241-4638-AB74-3FF5157D123D}">
  <ds:schemaRefs>
    <ds:schemaRef ds:uri="d832b56e-681c-401e-9efe-0af9a6e4ea9f"/>
    <ds:schemaRef ds:uri="http://purl.org/dc/elements/1.1/"/>
    <ds:schemaRef ds:uri="http://schemas.microsoft.com/office/2006/documentManagement/types"/>
    <ds:schemaRef ds:uri="http://purl.org/dc/terms/"/>
    <ds:schemaRef ds:uri="acd76949-8122-4c8c-acd6-0a455d049feb"/>
    <ds:schemaRef ds:uri="http://schemas.microsoft.com/office/2006/metadata/properties"/>
    <ds:schemaRef ds:uri="http://schemas.microsoft.com/sharepoint/v3"/>
    <ds:schemaRef ds:uri="http://www.w3.org/XML/1998/namespace"/>
    <ds:schemaRef ds:uri="30ac69d9-15d2-4d04-a7ff-6d724d46424a"/>
    <ds:schemaRef ds:uri="http://purl.org/dc/dcmitype/"/>
    <ds:schemaRef ds:uri="http://schemas.microsoft.com/office/infopath/2007/PartnerControls"/>
    <ds:schemaRef ds:uri="http://schemas.openxmlformats.org/package/2006/metadata/core-properties"/>
  </ds:schemaRefs>
</ds:datastoreItem>
</file>

<file path=customXml/itemProps4.xml><?xml version="1.0" encoding="utf-8"?>
<ds:datastoreItem xmlns:ds="http://schemas.openxmlformats.org/officeDocument/2006/customXml" ds:itemID="{5A76B83F-1628-4EC7-8A38-BB8BEB3F0F6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30ac69d9-15d2-4d04-a7ff-6d724d46424a"/>
    <ds:schemaRef ds:uri="acd76949-8122-4c8c-acd6-0a455d049feb"/>
    <ds:schemaRef ds:uri="d832b56e-681c-401e-9efe-0af9a6e4ea9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10494</TotalTime>
  <Words>34</Words>
  <Application>Microsoft Macintosh PowerPoint</Application>
  <PresentationFormat>Widescreen</PresentationFormat>
  <Paragraphs>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Roboto</vt:lpstr>
      <vt:lpstr>Arial</vt:lpstr>
      <vt:lpstr>Office</vt:lpstr>
      <vt:lpstr>Powerpoint for Windows : PDF pasted as PDF in Mac Powerpoint</vt:lpstr>
      <vt:lpstr>Powerpoint for Windows: PDF pasted as TIFF on Mac</vt:lpstr>
      <vt:lpstr>Powerpoint for Windows: PDF pasted with hiresclip on Mac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Template 16to9</dc:title>
  <dc:creator>MPI für Eisenforschung</dc:creator>
  <cp:keywords/>
  <cp:lastModifiedBy>Erik Bitzek</cp:lastModifiedBy>
  <cp:revision>597</cp:revision>
  <cp:lastPrinted>2026-09-04T17:33:40Z</cp:lastPrinted>
  <dcterms:created xsi:type="dcterms:W3CDTF">2019-09-25T15:09:53Z</dcterms:created>
  <dcterms:modified xsi:type="dcterms:W3CDTF">2026-09-04T17:58:55Z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0x0101004AB6DF3283EA4DF58212D22E9467034C00325D905D8BF8784F96FD239D0BD920D8</vt:lpwstr>
  </property>
  <property fmtid="{D5CDD505-2E9C-101B-9397-08002B2CF9AE}" pid="3" name="mpgDocTargetGroup">
    <vt:lpwstr>5;#MPIE|1b089b67-df05-4a34-ada0-42207873b4fb</vt:lpwstr>
  </property>
  <property fmtid="{D5CDD505-2E9C-101B-9397-08002B2CF9AE}" pid="4" name="TaxKeyword">
    <vt:lpwstr/>
  </property>
  <property fmtid="{D5CDD505-2E9C-101B-9397-08002B2CF9AE}" pid="5" name="mpgDocDocType">
    <vt:lpwstr>10;#Document|8f29fdc2-58b6-4216-9e9c-b5b462cd9462</vt:lpwstr>
  </property>
  <property fmtid="{D5CDD505-2E9C-101B-9397-08002B2CF9AE}" pid="6" name="mpgPLLanguage">
    <vt:lpwstr>1;#english|521b4622-d5ca-4a0f-8d04-a98312796259</vt:lpwstr>
  </property>
</Properties>
</file>